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83544"/>
                </a:solidFill>
                <a:latin typeface="思源黑体"/>
                <a:ea typeface="思源黑体"/>
              </a:rPr>
              <a:t>业务汇报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83544"/>
                </a:solidFill>
                <a:latin typeface="思源黑体"/>
                <a:ea typeface="思源黑体"/>
              </a:rPr>
              <a:t>结论 · 数据 · 下一步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83544"/>
                </a:solidFill>
                <a:latin typeface="思源黑体"/>
                <a:ea typeface="思源黑体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83544"/>
                </a:solidFill>
                <a:latin typeface="思源黑体"/>
                <a:ea typeface="思源黑体"/>
              </a:rPr>
              <a:t>核心结论</a:t>
            </a:r>
          </a:p>
          <a:p>
            <a:r>
              <a:rPr sz="2200">
                <a:solidFill>
                  <a:srgbClr val="183544"/>
                </a:solidFill>
                <a:latin typeface="思源黑体"/>
                <a:ea typeface="思源黑体"/>
              </a:rPr>
              <a:t>数据分析</a:t>
            </a:r>
          </a:p>
          <a:p>
            <a:r>
              <a:rPr sz="2200">
                <a:solidFill>
                  <a:srgbClr val="183544"/>
                </a:solidFill>
                <a:latin typeface="思源黑体"/>
                <a:ea typeface="思源黑体"/>
              </a:rPr>
              <a:t>行动计划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83544"/>
                </a:solidFill>
                <a:latin typeface="思源黑体"/>
                <a:ea typeface="思源黑体"/>
              </a:rPr>
              <a:t>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83544"/>
                </a:solidFill>
                <a:latin typeface="思源黑体"/>
                <a:ea typeface="思源黑体"/>
              </a:rPr>
              <a:t>在此填写有数据依据的发现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83544"/>
                </a:solidFill>
                <a:latin typeface="思源黑体"/>
                <a:ea typeface="思源黑体"/>
              </a:rPr>
              <a:t>数据分析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83544"/>
                </a:solidFill>
                <a:latin typeface="思源黑体"/>
                <a:ea typeface="思源黑体"/>
              </a:rPr>
              <a:t>在此插入原生图表或表格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83544"/>
                </a:solidFill>
                <a:latin typeface="思源黑体"/>
                <a:ea typeface="思源黑体"/>
              </a:rPr>
              <a:t>行动计划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83544"/>
                </a:solidFill>
                <a:latin typeface="思源黑体"/>
                <a:ea typeface="思源黑体"/>
              </a:rPr>
              <a:t>行动 / 负责人 / 时间 / 验收标准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